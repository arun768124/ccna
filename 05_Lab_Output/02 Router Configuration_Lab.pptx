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0F61-E4E1-5951-82D4-ADECB95BA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88ACB-4F85-1B5C-F943-44AB0036DA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904BB-0112-2C61-A36E-B4A1CB71A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27D38-2F02-0189-EAA0-673DE2C4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CAEE9-C491-FD8B-7F1A-DBE2F9722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434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664E-EA8C-F829-8B9B-660A10139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A488D-5E32-1BBB-E7BD-7F3D054D6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75EBA-7CC8-BB36-87D5-6CAF8C570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E091E-FFBC-0B2B-695D-6A38A54D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C0410-2C1D-25CD-BB09-F50C3B9F7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20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682C-6E06-D3C3-36E4-297A4CF8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F0774-2AAD-71BE-D220-0BF443E46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F1625-DEE2-BA0E-4BD9-86F82A2D0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2F6D0-F983-815B-D68C-A3C3E2B1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8943F-BEFE-4ECD-D233-18BBB819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0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3688D-DEDF-A669-4091-338491310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ED53B-469C-2296-41AC-10370F7CA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19AA8A-19C4-3A55-02AC-0C6C2E3A5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F3FC08-98A1-28EC-BA9A-D6319D52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E3B15-2144-3FB5-8F23-61FE86A4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2B1D5-CB46-3F6A-22B1-BEB95F76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19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3E76A-B84E-2AC4-2C15-E2F9FDD4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37E3E-4CFE-0C65-F8B8-161E76FDEC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A8D34-7810-6CCE-70E8-EDC5ED0E5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E41B0C-1C8D-F7B2-CDC6-774AE70EEE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09FAB-F044-D20A-02EC-61EA67ED08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8E1362-2390-9D49-1C5A-661A44149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72B7CF-2BAC-6AB9-8BBC-D6CDAC80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929D6-80BD-2BFE-EBBC-59A5DFCA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4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D110B-A05B-8B3E-7301-375425FBD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85EFCD-1C14-87D2-290F-C1F2A96A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7D5A0F-754A-F3C2-6A3E-80B7D167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F9ED5-C27A-8C55-5FD7-8451499E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5802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210E7E-2FBF-7B9C-D0EF-132C7BDF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3391A4-8EB9-51D0-0933-807C9D15F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4F542-1C35-2850-A499-B4A57266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26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E39EC-45F9-3138-4C30-09ED412D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5D06-D6BA-721E-2B9A-0F9EB7D9F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B35E15-3CDA-C762-97EF-B92379F72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AA5AE4-774E-EE9F-42A5-DDE8E7489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D7F036-33E8-1A9C-FA59-48B60CFA3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FC1E7-087B-C24A-1E8A-337ABFC89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194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F5D7A-6B1B-0481-935D-B0E67C79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98BECB-9335-0C7E-FE08-9E30561F5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7A6D3-C674-1674-E159-F12237EC1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5336F-3448-AF6B-1992-82B335B8F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6733A-006F-71B9-E3F0-670A4C8A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D958F-2AFC-9387-6CB6-894AFA8F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94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8F93-504A-DFD3-DB9F-CEE8C7D8D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AC175-0CF0-9E5F-BCED-65E1CFF5C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93272-CD36-F5D6-3065-B985FA1DB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6D5486-401C-D1AC-1BF2-5ADF78E68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385F4-4409-327D-DADA-50BCF1931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01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6263D-A4A6-9148-93D7-38C75D43CE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53368-4173-0813-68FF-923938F93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AFC2-D1CD-F483-B770-354C625A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7181B-A3B9-8344-8630-A1506C57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410AA-E693-636B-025B-4F9CA41F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144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A66495-8AF1-0990-1E1C-A36EBB43B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8BCDB-6549-8B24-76E5-4E134F861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7BA1-B816-43DE-66D6-8E3BFC130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ECD75F-E472-4938-832C-1F4006BF1CF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2AE25-55BC-9774-1D58-226B77169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68A2-A549-6738-389B-0CFFE9848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41B08E-6787-4073-B45B-FF320C4B49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96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router's interface status, showing various Ethernet interfaces with their IP addresses, protocols, and statuses.&#10;&#10;AI-generated content may be incorrect.">
            <a:extLst>
              <a:ext uri="{FF2B5EF4-FFF2-40B4-BE49-F238E27FC236}">
                <a16:creationId xmlns:a16="http://schemas.microsoft.com/office/drawing/2014/main" id="{6FEA258D-409E-4649-0DDA-393CB6C2C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52" y="752882"/>
            <a:ext cx="9307224" cy="23530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72C5FE-1DCE-81CB-BE28-C8860761E085}"/>
              </a:ext>
            </a:extLst>
          </p:cNvPr>
          <p:cNvSpPr txBox="1"/>
          <p:nvPr/>
        </p:nvSpPr>
        <p:spPr>
          <a:xfrm>
            <a:off x="0" y="119995"/>
            <a:ext cx="386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 Ip address assigned Router :</a:t>
            </a:r>
          </a:p>
        </p:txBody>
      </p:sp>
      <p:pic>
        <p:nvPicPr>
          <p:cNvPr id="9" name="Picture 8" descr="The image shows a Windows command prompt displaying ping results to an IP address (50.0.0.1), indicating a successful connection with an average round trip time of 1ms.&#10;&#10;AI-generated content may be incorrect.">
            <a:extLst>
              <a:ext uri="{FF2B5EF4-FFF2-40B4-BE49-F238E27FC236}">
                <a16:creationId xmlns:a16="http://schemas.microsoft.com/office/drawing/2014/main" id="{44303579-31F7-1F93-8481-1ED3DEC4A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921" y="3817619"/>
            <a:ext cx="6087325" cy="27340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812547-F784-F1C4-B48E-337AECE77E15}"/>
              </a:ext>
            </a:extLst>
          </p:cNvPr>
          <p:cNvSpPr txBox="1"/>
          <p:nvPr/>
        </p:nvSpPr>
        <p:spPr>
          <a:xfrm>
            <a:off x="402336" y="4892040"/>
            <a:ext cx="2503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 Check Connectivity :</a:t>
            </a:r>
          </a:p>
        </p:txBody>
      </p:sp>
    </p:spTree>
    <p:extLst>
      <p:ext uri="{BB962C8B-B14F-4D97-AF65-F5344CB8AC3E}">
        <p14:creationId xmlns:p14="http://schemas.microsoft.com/office/powerpoint/2010/main" val="398288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9F367-E544-4DD1-AE0A-9F068E03D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omputer screen displays a router interface, prompting for a username and password to initiate access.&#10;&#10;AI-generated content may be incorrect.">
            <a:extLst>
              <a:ext uri="{FF2B5EF4-FFF2-40B4-BE49-F238E27FC236}">
                <a16:creationId xmlns:a16="http://schemas.microsoft.com/office/drawing/2014/main" id="{FC25FD4C-57FC-F6D1-F38C-18F2C4C16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55" y="547524"/>
            <a:ext cx="6979302" cy="38160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19C1EE-23AB-3C17-B573-FA2D911CE0D0}"/>
              </a:ext>
            </a:extLst>
          </p:cNvPr>
          <p:cNvSpPr txBox="1"/>
          <p:nvPr/>
        </p:nvSpPr>
        <p:spPr>
          <a:xfrm>
            <a:off x="70906" y="72029"/>
            <a:ext cx="254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To Set Local password : </a:t>
            </a:r>
          </a:p>
        </p:txBody>
      </p:sp>
      <p:pic>
        <p:nvPicPr>
          <p:cNvPr id="12" name="Picture 11" descr="The image depicts a user interface screen prompting the user to press return to initiate a process, followed by input fields for username and password, and further prompts for additional verification.&#10;&#10;AI-generated content may be incorrect.">
            <a:extLst>
              <a:ext uri="{FF2B5EF4-FFF2-40B4-BE49-F238E27FC236}">
                <a16:creationId xmlns:a16="http://schemas.microsoft.com/office/drawing/2014/main" id="{30B29E71-D727-B71C-DBFF-1A49FDC9A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856" y="4419396"/>
            <a:ext cx="5967076" cy="239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5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33C73-709D-0C71-A256-D125C58A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Windows command prompt interface, specifically QEMU (Win), with an IP configuration for PuTTY and a user access verification prompt.&#10;&#10;AI-generated content may be incorrect.">
            <a:extLst>
              <a:ext uri="{FF2B5EF4-FFF2-40B4-BE49-F238E27FC236}">
                <a16:creationId xmlns:a16="http://schemas.microsoft.com/office/drawing/2014/main" id="{CEDEDF5B-3C9D-3366-9065-B631D13B2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076" y="998387"/>
            <a:ext cx="6017284" cy="50319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76827-4822-4CE6-C0EC-3C1D5C47EDD0}"/>
              </a:ext>
            </a:extLst>
          </p:cNvPr>
          <p:cNvSpPr txBox="1"/>
          <p:nvPr/>
        </p:nvSpPr>
        <p:spPr>
          <a:xfrm>
            <a:off x="384048" y="402336"/>
            <a:ext cx="164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Output Telnet :</a:t>
            </a:r>
          </a:p>
        </p:txBody>
      </p:sp>
    </p:spTree>
    <p:extLst>
      <p:ext uri="{BB962C8B-B14F-4D97-AF65-F5344CB8AC3E}">
        <p14:creationId xmlns:p14="http://schemas.microsoft.com/office/powerpoint/2010/main" val="1258598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18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arunwork001@gmail.com</dc:creator>
  <cp:lastModifiedBy>arunwork001@gmail.com</cp:lastModifiedBy>
  <cp:revision>1</cp:revision>
  <dcterms:created xsi:type="dcterms:W3CDTF">2026-08-17T14:27:32Z</dcterms:created>
  <dcterms:modified xsi:type="dcterms:W3CDTF">2026-08-17T15:56:04Z</dcterms:modified>
</cp:coreProperties>
</file>